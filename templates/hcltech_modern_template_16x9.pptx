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HCLTech">
      <a:dk1>
        <a:srgbClr val="000000"/>
      </a:dk1>
      <a:lt1>
        <a:srgbClr val="FFFFFF"/>
      </a:lt1>
      <a:dk2>
        <a:srgbClr val="132A45"/>
      </a:dk2>
      <a:lt2>
        <a:srgbClr val="F4F7FB"/>
      </a:lt2>
      <a:accent1>
        <a:srgbClr val="5F1EBE"/>
      </a:accent1>
      <a:accent2>
        <a:srgbClr val="1E6FB0"/>
      </a:accent2>
      <a:accent3>
        <a:srgbClr val="12B5C9"/>
      </a:accent3>
      <a:accent4>
        <a:srgbClr val="1FA97A"/>
      </a:accent4>
      <a:accent5>
        <a:srgbClr val="FF6B5C"/>
      </a:accent5>
      <a:accent6>
        <a:srgbClr val="B9C8FF"/>
      </a:accent6>
      <a:hlink>
        <a:srgbClr val="1E6FB0"/>
      </a:hlink>
      <a:folHlink>
        <a:srgbClr val="5A2D9C"/>
      </a:folHlink>
    </a:clrScheme>
    <a:fontScheme name="HCLTech">
      <a:majorFont>
        <a:latin typeface="HCLTech Roobert SemiBold"/>
        <a:ea typeface=""/>
        <a:cs typeface=""/>
      </a:majorFont>
      <a:minorFont>
        <a:latin typeface="HCLTech Roober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